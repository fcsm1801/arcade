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F90A5-9213-93DF-AB26-11224FA17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</a:t>
            </a:r>
            <a:r>
              <a:rPr lang="en-US" dirty="0"/>
              <a:t>arcade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0806BA-AB53-5001-65AB-E99997776E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Игра жанра </a:t>
            </a:r>
            <a:r>
              <a:rPr lang="en-US" dirty="0"/>
              <a:t>roguelike</a:t>
            </a:r>
            <a:endParaRPr lang="ru-RU" dirty="0"/>
          </a:p>
          <a:p>
            <a:r>
              <a:rPr lang="ru-RU" dirty="0"/>
              <a:t>Тимонин Егор </a:t>
            </a:r>
            <a:endParaRPr lang="en-US" dirty="0"/>
          </a:p>
          <a:p>
            <a:r>
              <a:rPr lang="ru-RU" dirty="0"/>
              <a:t>Филькин Дмитрий</a:t>
            </a:r>
          </a:p>
        </p:txBody>
      </p:sp>
    </p:spTree>
    <p:extLst>
      <p:ext uri="{BB962C8B-B14F-4D97-AF65-F5344CB8AC3E}">
        <p14:creationId xmlns:p14="http://schemas.microsoft.com/office/powerpoint/2010/main" val="394576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2CDDF-6393-0832-153A-C1387F16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8D9E4C-79B0-9CE2-FE4B-5E97F5DF9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</a:t>
            </a:r>
          </a:p>
          <a:p>
            <a:pPr marL="0" indent="0">
              <a:buNone/>
            </a:pPr>
            <a:r>
              <a:rPr lang="ru-RU" dirty="0"/>
              <a:t>Создание игры на </a:t>
            </a:r>
            <a:r>
              <a:rPr lang="en-US" dirty="0"/>
              <a:t>arcade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089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C4948-9038-4B97-CD9B-17E35413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и 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7E1CC9-1A8F-3B51-5D54-0674DC87F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Структура</a:t>
            </a:r>
          </a:p>
          <a:p>
            <a:pPr marL="0" indent="0">
              <a:buNone/>
            </a:pPr>
            <a:r>
              <a:rPr lang="ru-RU" dirty="0"/>
              <a:t>В приложении реализованы класс игры</a:t>
            </a:r>
            <a:r>
              <a:rPr lang="en-US" dirty="0"/>
              <a:t>, </a:t>
            </a:r>
            <a:r>
              <a:rPr lang="ru-RU" dirty="0"/>
              <a:t>паузы</a:t>
            </a:r>
            <a:r>
              <a:rPr lang="en-US" dirty="0"/>
              <a:t>, </a:t>
            </a:r>
            <a:r>
              <a:rPr lang="ru-RU" dirty="0"/>
              <a:t>меню</a:t>
            </a:r>
            <a:r>
              <a:rPr lang="en-US" dirty="0"/>
              <a:t>, </a:t>
            </a:r>
            <a:r>
              <a:rPr lang="ru-RU" dirty="0"/>
              <a:t>2 класса врагов</a:t>
            </a:r>
            <a:r>
              <a:rPr lang="en-US" dirty="0"/>
              <a:t>, </a:t>
            </a:r>
            <a:r>
              <a:rPr lang="ru-RU" dirty="0"/>
              <a:t>2 класса</a:t>
            </a:r>
            <a:r>
              <a:rPr lang="en-US" dirty="0"/>
              <a:t> </a:t>
            </a:r>
            <a:r>
              <a:rPr lang="ru-RU" dirty="0"/>
              <a:t>боссов</a:t>
            </a:r>
          </a:p>
          <a:p>
            <a:r>
              <a:rPr lang="ru-RU" dirty="0"/>
              <a:t>Особенности</a:t>
            </a:r>
          </a:p>
          <a:p>
            <a:pPr marL="0" indent="0">
              <a:buNone/>
            </a:pPr>
            <a:r>
              <a:rPr lang="ru-RU" dirty="0"/>
              <a:t>Появления врагов случайны </a:t>
            </a:r>
            <a:r>
              <a:rPr lang="en-US" dirty="0"/>
              <a:t>, </a:t>
            </a:r>
            <a:r>
              <a:rPr lang="ru-RU" dirty="0"/>
              <a:t>как и предметы с боссами</a:t>
            </a:r>
          </a:p>
        </p:txBody>
      </p:sp>
    </p:spTree>
    <p:extLst>
      <p:ext uri="{BB962C8B-B14F-4D97-AF65-F5344CB8AC3E}">
        <p14:creationId xmlns:p14="http://schemas.microsoft.com/office/powerpoint/2010/main" val="381649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B419B2-D39E-0F2A-F166-E7E34F40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DE9DE5-9AD6-C176-43C0-32FC8405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575189"/>
          </a:xfrm>
        </p:spPr>
        <p:txBody>
          <a:bodyPr>
            <a:normAutofit/>
          </a:bodyPr>
          <a:lstStyle/>
          <a:p>
            <a:r>
              <a:rPr lang="ru-RU" dirty="0"/>
              <a:t>Программы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Pycharm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Tiled</a:t>
            </a:r>
          </a:p>
          <a:p>
            <a:r>
              <a:rPr lang="ru-RU" dirty="0"/>
              <a:t>Технологии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arcade</a:t>
            </a:r>
          </a:p>
          <a:p>
            <a:pPr marL="0" indent="0">
              <a:buNone/>
            </a:pPr>
            <a:r>
              <a:rPr lang="en-US" dirty="0"/>
              <a:t>math</a:t>
            </a:r>
          </a:p>
          <a:p>
            <a:pPr marL="0" indent="0">
              <a:buNone/>
            </a:pPr>
            <a:r>
              <a:rPr lang="en-US" dirty="0"/>
              <a:t>random</a:t>
            </a:r>
          </a:p>
          <a:p>
            <a:pPr marL="0" indent="0">
              <a:buNone/>
            </a:pPr>
            <a:r>
              <a:rPr lang="en-US" dirty="0" err="1"/>
              <a:t>pyglet.graphics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arcade.gui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82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DF939-FC69-8A7C-6A77-1E54DC66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A3156B-050F-2FE7-1A7F-E80216C1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</a:p>
          <a:p>
            <a:pPr marL="0" indent="0">
              <a:buNone/>
            </a:pPr>
            <a:r>
              <a:rPr lang="ru-RU" dirty="0"/>
              <a:t>Простая реализация</a:t>
            </a:r>
          </a:p>
          <a:p>
            <a:r>
              <a:rPr lang="ru-RU" dirty="0"/>
              <a:t>Возможности развития</a:t>
            </a:r>
          </a:p>
          <a:p>
            <a:pPr marL="0" indent="0">
              <a:buNone/>
            </a:pPr>
            <a:r>
              <a:rPr lang="ru-RU" dirty="0"/>
              <a:t>Добавление персонажей</a:t>
            </a:r>
            <a:r>
              <a:rPr lang="en-US" dirty="0"/>
              <a:t>, </a:t>
            </a:r>
            <a:r>
              <a:rPr lang="ru-RU" dirty="0"/>
              <a:t>врагов</a:t>
            </a:r>
            <a:r>
              <a:rPr lang="en-US" dirty="0"/>
              <a:t>, </a:t>
            </a:r>
            <a:r>
              <a:rPr lang="ru-RU" dirty="0"/>
              <a:t>боссов и т</a:t>
            </a:r>
            <a:r>
              <a:rPr lang="en-US" dirty="0"/>
              <a:t>.</a:t>
            </a:r>
            <a:r>
              <a:rPr lang="ru-RU"/>
              <a:t>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379778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Проект на PyQt6</Template>
  <TotalTime>13</TotalTime>
  <Words>78</Words>
  <Application>Microsoft Office PowerPoint</Application>
  <PresentationFormat>Широкоэкранный</PresentationFormat>
  <Paragraphs>29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Проект arcade</vt:lpstr>
      <vt:lpstr>Введение</vt:lpstr>
      <vt:lpstr>Структура и особенности</vt:lpstr>
      <vt:lpstr>Технологии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Тимонин</dc:creator>
  <cp:lastModifiedBy>Егор Тимонин</cp:lastModifiedBy>
  <cp:revision>4</cp:revision>
  <dcterms:created xsi:type="dcterms:W3CDTF">2025-11-16T15:54:36Z</dcterms:created>
  <dcterms:modified xsi:type="dcterms:W3CDTF">2026-01-29T09:03:42Z</dcterms:modified>
</cp:coreProperties>
</file>